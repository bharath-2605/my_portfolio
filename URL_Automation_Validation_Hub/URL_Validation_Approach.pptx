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chro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74519"/>
            <a:ext cx="2926080" cy="682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15468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343741"/>
                </a:solidFill>
                <a:latin typeface="Calibri"/>
              </a:rPr>
              <a:t>URL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4297680"/>
            <a:ext cx="1234440" cy="64008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nchro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2011680" cy="469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343741"/>
                </a:solidFill>
                <a:latin typeface="Calibri"/>
              </a:rPr>
              <a:t>Current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41148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384048" cy="201168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7772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Synchrony  |  URL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2  /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325880"/>
            <a:ext cx="92354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91640" y="1563624"/>
            <a:ext cx="365760" cy="365760"/>
          </a:xfrm>
          <a:prstGeom prst="ellipse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5636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43741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325880"/>
            <a:ext cx="8046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343741"/>
                </a:solidFill>
                <a:latin typeface="Calibri"/>
              </a:rPr>
              <a:t>Take the Excel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2286000"/>
            <a:ext cx="92354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91640" y="2523744"/>
            <a:ext cx="365760" cy="365760"/>
          </a:xfrm>
          <a:prstGeom prst="ellipse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252374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43741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286000"/>
            <a:ext cx="8046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343741"/>
                </a:solidFill>
                <a:latin typeface="Calibri"/>
              </a:rPr>
              <a:t>Read the URLs from the Text column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3246120"/>
            <a:ext cx="92354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91640" y="3483864"/>
            <a:ext cx="365760" cy="365760"/>
          </a:xfrm>
          <a:prstGeom prst="ellipse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348386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43741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246120"/>
            <a:ext cx="8046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343741"/>
                </a:solidFill>
                <a:latin typeface="Calibri"/>
              </a:rPr>
              <a:t>Check whether each link opens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206240"/>
            <a:ext cx="92354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91640" y="4443984"/>
            <a:ext cx="365760" cy="365760"/>
          </a:xfrm>
          <a:prstGeom prst="ellipse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44439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43741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206240"/>
            <a:ext cx="8046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343741"/>
                </a:solidFill>
                <a:latin typeface="Calibri"/>
              </a:rPr>
              <a:t>Mark it Working or Not Working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5166360"/>
            <a:ext cx="92354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91640" y="5404104"/>
            <a:ext cx="365760" cy="365760"/>
          </a:xfrm>
          <a:prstGeom prst="ellipse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540410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43741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166360"/>
            <a:ext cx="8046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343741"/>
                </a:solidFill>
                <a:latin typeface="Calibri"/>
              </a:rPr>
              <a:t>Save the result in a new column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nchro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2011680" cy="469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343741"/>
                </a:solidFill>
                <a:latin typeface="Calibri"/>
              </a:rPr>
              <a:t>How We Can Expand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41148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384048" cy="201168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7772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Synchrony  |  URL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3  / 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343741"/>
                </a:solidFill>
                <a:latin typeface="Calibri"/>
              </a:rPr>
              <a:t>We will build a web page for this.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74519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74519"/>
            <a:ext cx="109728" cy="1874519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75687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43741"/>
                </a:solidFill>
                <a:latin typeface="Calibri"/>
              </a:rPr>
              <a:t>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60319"/>
            <a:ext cx="4663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B6E76"/>
                </a:solidFill>
                <a:latin typeface="Calibri"/>
              </a:rPr>
              <a:t>Put the Excel file on the web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109728" cy="1874519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075687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43741"/>
                </a:solidFill>
                <a:latin typeface="Calibri"/>
              </a:rP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60319"/>
            <a:ext cx="4663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B6E76"/>
                </a:solidFill>
                <a:latin typeface="Calibri"/>
              </a:rPr>
              <a:t>Check the URLs from the Text column.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109728" cy="1874519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7024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43741"/>
                </a:solidFill>
                <a:latin typeface="Calibri"/>
              </a:rPr>
              <a:t>See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4663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B6E76"/>
                </a:solidFill>
                <a:latin typeface="Calibri"/>
              </a:rPr>
              <a:t>Show Working or Not Working on the screen.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06908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069080"/>
            <a:ext cx="109728" cy="1874519"/>
          </a:xfrm>
          <a:prstGeom prst="rect">
            <a:avLst/>
          </a:prstGeom>
          <a:solidFill>
            <a:srgbClr val="F9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27024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43741"/>
                </a:solidFill>
                <a:latin typeface="Calibri"/>
              </a:rPr>
              <a:t>Download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754880"/>
            <a:ext cx="4663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B6E76"/>
                </a:solidFill>
                <a:latin typeface="Calibri"/>
              </a:rPr>
              <a:t>Give back the Excel file with the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